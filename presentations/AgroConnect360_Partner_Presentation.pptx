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AgroConnect360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Strategic Partnership Opportunities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Partnering for Mutual Growth 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AgroConnect360 is Nigeria's leading agriculture value chain platform, connecting 350,000+ farmers with quality inputs, markets, and financial services.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🎯 OUR VISION: Create Africa's most comprehensive agriculture ecosystem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📈 GROWTH TRAJECTORY: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25,000 farmers by Year 1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350,000 farmers by Year 3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₦5 billion annual GMV by Year 3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🤝 PARTNERSHIP APPROACH: Win-win collaborations that create value for all stakeholders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Our Partner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🌱 INPUT SUPPLIERS (Seeds, Fertilizers, Agrochemicals):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Reach farmers directly without multiple middlemen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🚜 EQUIPMENT MANUFACTURERS &amp; DEALERS: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Digital marketplace for tractors, tools, irrigation systems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🏦 FINANCIAL INSTITUTIONS (Banks, MFIs, Insurance):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Embedded lending and insurance products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🏭 OFFTAKERS &amp; PROCESSORS: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Direct sourcing from verified farmer network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🚚 LOGISTICS &amp; DELIVERY SERVICES: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Last-mile delivery to rural farmers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Partner with AgroConnect360?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🎯 ACCESS TO 350K+ FARMERS: Direct channel to Nigeria's largest farmer network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📱 DIGITAL DISTRIBUTION: Lower distribution costs, higher margins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💳 SEAMLESS PAYMENTS: Integrated payment and financing solutions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📊 DATA INSIGHTS: Customer behavior, preferences, and demand forecasting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🤝 TRUSTED BRAND: Farmers trust our recommendations and verified partners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🚀 RAPID SCALE: Grow your business as we expand across West Africa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💰 REVENUE GROWTH: Partners see 40-60% increase in sales through our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Flexible Partnership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86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🛒 MARKETPLACE PARTNERSHIP: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List your products on our platform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Revenue share: 85% partner / 15% platform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Access to marketing and customer support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🤝 STRATEGIC PARTNERSHIP: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Co-branded solutions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Exclusive product offerings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Joint marketing campaigns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188720"/>
            <a:ext cx="3886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💰 FINANCIAL PARTNERSHIP: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Co-lending arrangements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Risk-sharing models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Embedded insurance products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📊 DATA PARTNERSHIP: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Market intelligence sharing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Demand forecasting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Product development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Input Suppliers: Reach Farmers Directly 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💼 BENEFITS FOR YOU: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Direct access to 350K+ farmers (eliminates 3-4 middlemen)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30-40% cost reduction in distribution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Real-time inventory management and demand insights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Guaranteed payments through escrow system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👨‍🌾 VALUE FOR FARMERS: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20-30% lower prices on quality inputs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Verified, genuine products (no counterfeits)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Convenient delivery to farm gate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Financing options for input purchases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📈 EXPECTED RESULTS: 50-70% sales increase in Year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Financial Institutions: Expand Agricultural Lending 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💼 BENEFITS FOR YOU: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Access to 350K+ creditworthy, verified farmers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Reduced customer acquisition cost (60% lower than traditional)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Digital KYC and credit scoring infrastructure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Lower default rates through data-driven risk assessment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Portfolio diversification into high-growth agriculture sector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👨‍🌾 VALUE FOR FARMERS: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Fast loan approvals (24-48 hours vs. 2-3 weeks)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Lower interest rates (15% vs. 25-30% informal)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Flexible repayment aligned with harvest cycles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📊 LOAN PERFORMANCE: &lt;5% NPL rate (vs. 15% industry average)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Offtakers &amp; Processors: Source Quality Produce 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💼 BENEFITS FOR YOU: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Guaranteed supply from 350K+ farmers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Quality assurance and traceability systems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Eliminate sourcing agents and aggregators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Forward contracting for production planning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25-35% reduction in procurement costs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👨‍🌾 VALUE FOR FARMERS: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Guaranteed offtake agreements before planting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Fair, transparent pricing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Advance payments and input support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🎯 COMMODITIES: Cocoa, cashew, cassava, rice, maize, yam, vegetables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Easy Integration &amp; Onboarding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📱 PLATFORM INTEGRATION: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RESTful APIs for seamless system integration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Product catalog management dashboard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Real-time order and inventory tracking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Automated invoicing and reconciliation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⏱️ ONBOARDING TIMELINE: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Week 1: Partnership agreement and setup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Week 2: Product listing and integration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Week 3: Staff training and pilot launch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Week 4: Full rollout and marketing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🤝 DEDICATED SUPPORT: Partner success manager assigned to each partner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Partner Success Stories 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🌱 [INPUT SUPPLIER A] - Seeds &amp; Fertilizers: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"Sales increased 65% in 6 months. Distribution costs down 40%. AgroConnect360 opened up rural markets we couldn't reach before."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🏦 [MICROFINANCE BANK B]: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"We've disbursed ₦500M in agricultural loans with only 3% default rate. Customer acquisition cost dropped from ₦15,000 to ₦5,000 per farmer."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🏭 [CASSAVA PROCESSOR C]: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"Forward contracts through AgroConnect360 secured our entire supply chain. Quality improved, costs down 30%, and farmers are happier with fair pricing."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Marketing &amp; Co-Branding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86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📢 JOINT MARKETING: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Co-branded campaigns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Partner spotlights in app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Email and SMS to 350K+ farmers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Social media promotion (100K+ followers)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🎓 FARMER EDUCATION: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Product training workshops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Demo farms and field days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Video tutorials in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188720"/>
            <a:ext cx="3886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🎁 PROMOTIONAL CAMPAIGNS: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Seasonal promotions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Loyalty programs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Bundled offers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📊 PERFORMANCE TRACKING: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Campaign analytics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Customer insights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ROI measurement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A/B testing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Technology &amp; Data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📊 CUSTOMER INSIGHTS: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Farmer demographics, crop preferences, purchasing behavior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Geographic distribution and seasonal patterns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Product ratings and feedback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🎯 DEMAND FORECASTING: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AI-powered demand predictions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Inventory optimization recommendations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Market trend analysis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💳 PAYMENT SECURITY: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Escrow system protects all transactions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Automated payment reconciliation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Fraud detection and prevention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All data shared in compliance with privacy regulations and partner agreements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Revenue Potential for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📈 PROJECTED PARTNER REVENUE (3-Year Horizon):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YEAR 1: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25,000 active farmers | Partner revenue: ₦500M - ₦1B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YEAR 2: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100,000 active farmers | Partner revenue: ₦3B - ₦5B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YEAR 3: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350,000 active farmers | Partner revenue: ₦12B - ₦20B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💰 AVERAGE REVENUE PER PARTNER: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Input suppliers: ₦200M - ₦500M annually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Financial institutions: ₦100M - ₦300M annually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Offtakers: ₦500M - ₦2B annually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Partnership Requirements &amp;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86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✅ ELIGIBILITY: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Registered business entity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Relevant industry certifications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Minimum 2 years in operation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Financial stability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✅ QUALITY STANDARDS: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Genuine, quality products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Fair pricing policies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Reliable delivery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188720"/>
            <a:ext cx="3886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✅ OPERATIONAL: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Digital readiness (basic IT infrastructure)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Customer service capability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Inventory management systems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✅ VALUES ALIGNMENT: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Farmer-centric approach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Ethical business practices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Commitment to transparency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Let's Start Our Partnership Journey 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1️⃣ INITIAL DISCUSSION (This Week):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 • Share your partnership interests and goals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 • Understand your product/service offerings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2️⃣ PARTNERSHIP PROPOSAL (Week 2):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 • Customized partnership model and terms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 • Revenue projections and implementation timeline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3️⃣ AGREEMENT &amp; SETUP (Week 3-4):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 • Sign partnership agreement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 • Technical integration and onboarding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4️⃣ LAUNCH &amp; GROW (Month 2+):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 • Pilot launch with select farmers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 • Scale and optimize based on results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Let's Grow Together 🌾</a:t>
            </a:r>
          </a:p>
          <a:p>
            <a:r>
              <a:t>Partner with AgroConnect360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AgroConnect360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📧 partnerships@agroconnect360.ng | 📱 +234-XXX-XXXX-XXX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🌐 www.agroconnect360.ng/partners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