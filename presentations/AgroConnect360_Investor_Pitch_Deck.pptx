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AgroConnect360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Transforming Nigerian Agriculture Through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🌾 40 million Nigerian farmers struggle with market access and fragmented value chains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💰 Post-harvest losses exceed 30% due to poor storage and market linkages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📱 Limited digital infrastructure connecting farmers to buyers and financial services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💸 70% of smallholder farmers lack access to affordable credit and insurance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📊 Information asymmetry leads to unfair pricing and exploitation of farmers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🚜 Low productivity due to limited access to quality inputs and modern farming techniques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Solution: AgroConnect360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📱 All-in-One Platform: Complete agriculture value chain on mobile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🌾 Farm Management: Digital tools for crop tracking, weather forecasts, and expert advisory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🛒 Marketplace: Direct connection between farmers, buyers, input dealers, and service providers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💳 Financial Services: Embedded fintech with digital wallets, loans, and insurance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📈 Data-Driven Insights: AI-powered recommendations and market intelligence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🤝 Community Network: Connect with peers, share knowledge, and access training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Massive 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🇳🇬 Nigeria: Africa's largest economy with 220M+ population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🌾 Agriculture: 21% of GDP, largest employment sector (70% rural employment)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👨‍🌾 Target Market: 40 million farmers + input dealers + buyers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💰 Market Size: $35B agriculture sector, growing at 3.5% annually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📱 Mobile Penetration: 85% smartphone penetration in target demographics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🚀 TAM: $2.5B (agriculture fintech + e-commerce + SaaS)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🎯 SAM: $800M (Nigeria + West Africa expansion)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💎 SOM: $50M achievable in 3 years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Revenue Streams &amp;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86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💵 REVENUE STREAMS: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Transaction Fees: 3-5% on marketplace sales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Loan Interest: 15% APR on agricultural loans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SaaS Subscriptions: Premium features for commercial farmers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Data Services: Market intelligence and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188720"/>
            <a:ext cx="3886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📊 FINANCIAL PROJECTIONS: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Year 1: ₦350M ($450K)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  - 25K active users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  - ₦50M GMV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Year 2: ₦1.5B ($2M)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  - 100K active users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  - ₦300M GMV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Year 3: ₦5B ($6M)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  - 350K active users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  - ₦1.5B GMV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Product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🌾 FARM MANAGEMENT: Crop tracking, lifecycle monitoring, harvest predictions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🛒 MARKETPLACE: Buy/sell produce, inputs, equipment with escrow protection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💰 FINANCE: Digital wallet, instant loans (₦10K-₦5M), micro-insurance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🌤️ WEATHER &amp; ADVISORY: 7-day forecasts, planting calendars, pest alerts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📊 ANALYTICS: Farm performance, revenue tracking, expense management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📚 KNOWLEDGE HUB: Training videos, best practices, expert consultations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🤝 COMMUNITY: Farmer cooperatives, peer-to-peer learning, forums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Competitive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🎯 End-to-End Platform: Only solution covering entire agriculture value chain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💳 Embedded Fintech: Integrated financial services (not just marketplace)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📱 Mobile-First: Designed for low-bandwidth, offline-capable, vernacular languages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🤖 AI-Powered: Machine learning for crop recommendations and yield predictions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🌍 Local Expertise: Deep understanding of Nigerian agricultural context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🤝 Strategic Partnerships: With input manufacturers, offtakers, and financial institutions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📊 Network Effects: Value increases with each user (farmers, buyers, dealers)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Go-to-Market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86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🎯 PHASE 1 (Months 1-6):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Focus on cocoa and cashew farmers in Southwest Nigeria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Partner with farmer cooperatives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Pilot with 5,000 farmers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📈 PHASE 2 (Months 7-18):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Expand to cassava, yam, rice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Scale to 100K users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Add more states (Lagos, Oyo, Ogun, Osun)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188720"/>
            <a:ext cx="3886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🚀 PHASE 3 (Months 19-36):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National expansion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350K+ active users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West Africa expansion (Ghana, Côte d'Ivoire)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🤝 PARTNERSHIPS: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Input dealers (seeds, fertilizers)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Offtakers and processors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Financial institutions</a:t>
            </a:r>
          </a:p>
          <a:p>
            <a:pPr>
              <a:spcAft>
                <a:spcPts val="1000"/>
              </a:spcAft>
              <a:defRPr sz="1800">
                <a:solidFill>
                  <a:srgbClr val="212121"/>
                </a:solidFill>
              </a:defRPr>
            </a:pPr>
            <a:r>
              <a:t>• Government agriculture programs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Current Traction &amp;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✅ Product Development: MVP completed with core features (Farm, Marketplace, Finance, Advisory)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✅ Market Research: 500+ farmer interviews, validated problem-solution fit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✅ Partnerships: LOIs with 3 major input dealers and 2 offtakers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✅ Regulatory: NITDA compliance underway, CBN fintech licensing in progress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✅ Team: Core team of 8 (2 founders, 6 developers/designers)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🎯 Next 90 Days: Launch pilot with 1,000 farmers in Oyo State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🎯 6 Months: 10,000 active users, ₦50M in GMV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3-Year Financial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📊 YEAR 1: ₦350M ($450K) Revenue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Users: 25,000 | GMV: ₦50M | Operating Margin: -40%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📊 YEAR 2: ₦1.5B ($2M) Revenue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Users: 100,000 | GMV: ₦300M | Operating Margin: -10%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📊 YEAR 3: ₦5B ($6M) Revenue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Users: 350,000 | GMV: ₦1.5B | Operating Margin: 15%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🎯 Path to Profitability: Break-even at Month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Use of Funds - $15M Series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💻 Product &amp; Technology (40% - $6M):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Engineering team expansion, AI/ML capabilities, platform scaling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📢 Marketing &amp; User Acquisition (30% - $4.5M):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Farmer onboarding, cooperative partnerships, brand building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👥 Team &amp; Operations (20% - $3M):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Key hires (CTO, CFO, sales team), office infrastructure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💰 Working Capital &amp; Reserves (10% - $1.5M):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Loan capital pool, operational buffer, contingency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Team &amp;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👨‍💼 FOUNDING TEAM: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CEO: 10+ years in agriculture tech and rural development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CTO: Former senior engineer at major fintech, Stanford CS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CPO: Ex-product lead at African e-commerce unicorn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🎓 ADVISORS: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Dr. [Name]: Former Minister of Agriculture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[Name]: Director at leading microfinance bank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• [Name]: Partner at top-tier VC firm (agriculture focus)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👥 Team of 8 full-time, expanding to 25 in Year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Why Invest in AgroConnect360?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🌍 Massive Market: $35B agriculture sector, 40M farmers, high growth potential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💰 Proven Business Model: Multiple revenue streams with strong unit economics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🚀 Strong Traction: MVP ready, partnerships secured, pilot launching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🎯 Experienced Team: Domain expertise in agtech, fintech, and product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📈 Scalable Platform: Network effects and low marginal cost of expansion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🌍 Social Impact: Improving livelihoods of millions, food security, SDG alignment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💎 Clear Exit Strategy: Strategic acquisition or IPO in 5-7 years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</p:spPr>
        <p:txBody>
          <a:bodyPr wrap="none" lIns="457200" tIns="182880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💵 RAISING: $15M Series A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🎯 VALUATION: $50M pre-money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📊 USE OF FUNDS: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Scale to 350K users across Nigeria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Achieve ₦5B in annual revenue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Expand to 3 additional West African countries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  • Build world-class engineering and operations team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⏱️ RUNWAY: 24 months to profitability</a:t>
            </a: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212121"/>
                </a:solidFill>
              </a:defRPr>
            </a:pPr>
            <a:r>
              <a:t>🎯 NEXT MILESTONE: Series B at $200M valuation (Year 3)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Let's Transform Nigerian Agriculture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AgroConnect360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📧 investors@agroconnect360.ng | 📱 +234-XXX-XXXX-XXX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🌐 www.agroconnect360.ng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