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AgroConnect360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Your Partner in Successful Farming 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Welcome to AgroConnect360! 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We understand farming is hard work, and we're here to help!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AgroConnect360 is your all-in-one farming assistant that: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Helps you grow better crops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Connects you directly to buyers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Gives you access to loans and financial services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Provides weather updates and farming advice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Everything you need, right on your phone! 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 Understand Your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❌ CHALLENGE: Hard to find buyers who pay fair prices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SOLUTION: Direct marketplace to sell your crops at better prices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❌ CHALLENGE: Difficult to get loans from banks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SOLUTION: Quick loans on your phone, approved in minutes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❌ CHALLENGE: Don't know when to plant or harvest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SOLUTION: Weather forecasts and expert farming advice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❌ CHALLENGE: Input dealers too far or too expensive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SOLUTION: Order seeds, fertilizers online with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We Help You Succeed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🌾 BETTER FARMING: Track your crops, get planting reminders, expert advice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💰 MORE MONEY: Sell directly to buyers, no middlemen taking your profits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📱 EASY ACCESS: Everything on your phone - no need to travel far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🌤️ WEATHER ALERTS: Know when rain is coming, plan your farming activities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💳 QUICK LOANS: Get money for farming when you need it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📚 LEARN &amp; GROW: Training videos, tips from expert farmers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You Can Do with AgroConnect360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📊 FARM MANAGEMENT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Record all your crops and farms in one place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Track planting dates, growth stages, and expected harvest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Get reminders for watering, fertilizing, and harvesting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🛒 MARKETPLACE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Sell your produce directly to buyers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Buy quality seeds, fertilizers, and equipment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See fair market prices before selling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💰 FINANCIAL SERVICES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Save money in your digital wallet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Get loans from ₦10,000 to ₦5,000,000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Pay easily using your phone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Success Stories from Farmers Like You 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👨‍🌾 Adeola, Cocoa Farmer (Oyo State):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"I used to sell my cocoa for ₦800/kg to middlemen. With AgroConnect360, I found buyers paying ₦1,200/kg. I made ₦400,000 more this season!"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👩‍🌾 Chioma, Cassava Farmer (Ogun State):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"The weather alerts saved my crops! I harvested before heavy rains that damaged my neighbor's farm. Plus, I got a ₦200,000 loan in just 2 days!"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👨‍🌾 Musa, Rice Farmer (Niger State):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"The farming tips helped me increase my yield by 40%. The app also connected me to an input dealer with cheaper fertilizers."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to Get Started - It's Easy! 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1️⃣ DOWNLOAD THE APP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 • Available on Google Play Store and App Store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 • Works on any smartphone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2️⃣ CREATE YOUR ACCOUNT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 • Use your phone number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 • Takes less than 2 minutes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3️⃣ SET UP YOUR FARM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 • Add your farm location and size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 • Record your crops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4️⃣ START ENJOYING BENEFITS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 • Browse marketplace, apply for loans, get weather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Much Does It Cost? 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📱 FREE TO USE!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Download and use the app for FREE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No monthly subscription fees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💰 WE ONLY CHARGE WHEN YOU MAKE MONEY: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Small 3% fee when you sell crops (only when you get paid)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15% interest on loans (lowest in the market)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Free wallet and money transfers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🎁 SPECIAL OFFER: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First 3 months - NO FEES on marketplace sales!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First loan - ONLY 10% interest rate!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We're Here to Help You! 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📞 CUSTOMER SUPPORT: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Call or WhatsApp: Available 7 days a week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In-app chat support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Help in English, Yoruba, Hausa, and Igbo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🎓 FREE TRAINING: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Video tutorials on how to use the app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Farming best practices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Weekly tips and advice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👥 FARMER COMMUNITY: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Connect with other farmers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Share experiences and learn from each other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Join farmer cooperatives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Your Money &amp; Information Are Safe 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SECURE PAYMENTS: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Bank-level security for all transactions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Your money is protected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PRIVACY PROTECTED: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Your personal information stays private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We never sell your data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VERIFIED BUYERS &amp; SELLERS: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All users are verified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Rate and review other users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LICENSED &amp; REGULATED: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Approved by Nigerian regulatory authorities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Following all banking and data protection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Other Farmers Say About Us ⭐⭐⭐⭐⭐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"Best farming app I've ever used. Easy to understand and very helpful!"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- Tunde, Maize Farmer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"I got my loan approved in 30 minutes. Used it to buy fertilizer and my crops are doing great!"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- Blessing, Vegetable Farmer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"The weather alerts are always accurate. Saved my harvest twice!"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- Ibrahim, Rice Farmer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"Finally, an app that speaks my language and understands our farming needs."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- Ngozi, Cassava Farmer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Join 10,000+ Successful Farmers Today!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Increase your farm income by up to 40%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Save time and money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Get expert advice whenever you need it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Access to loans and financial services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✅ Connect with buyers across Nigeria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📲 DOWNLOAD NOW: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Google Play Store: Search 'AgroConnect360'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  • Apple App Store: Search 'AgroConnect360'</a:t>
            </a: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212121"/>
                </a:solidFill>
              </a:defRPr>
            </a:pPr>
            <a:r>
              <a:t>🎁 Sign up this month and get 3 months FREE marketplace fees!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Farming Made Simple,</a:t>
            </a:r>
          </a:p>
          <a:p>
            <a:r>
              <a:t>Success Made Possible! 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📧 support@agroconnect360.ng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📱 +234-XXX-XXXX-XXX (Call/WhatsApp)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🌐 www.agroconnect360.ng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