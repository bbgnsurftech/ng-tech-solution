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AgroConnect360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Digitalizing Nigerian Agriculture for National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AgroConnect360 is a comprehensive digital platform transforming Nigeria's agricultural value chain through technology and financial inclusion.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MISSION: Empower 40 million Nigerian farmers with digital tools, market access, and financial services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IMPACT POTENTIAL: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500,000+ jobs created by Year 5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₦50 billion+ in agricultural GDP contribution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30% reduction in post-harvest losses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2 million farmers reached by Year 5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🤝 ALIGNMENT: Supports Federal Government's agriculture transformation agenda and SDG goals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Addressing Critical National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🌾 LOW PRODUCTIVITY: Nigeria's crop yields 40-60% below global averages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💸 POST-HARVEST LOSSES: ₦3.5 trillion annual losses (World Bank)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🏦 FINANCIAL EXCLUSION: 70% of smallholder farmers lack access to formal credit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🔗 FRAGMENTED VALUE CHAIN: Multiple intermediaries reduce farmer incomes by 40-50%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DATA GAP: Limited agricultural data for policy and planning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👥 YOUTH UNEMPLOYMENT: Agriculture employs &lt;5% of youth despite sector potential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AgroConnect360 Addresses These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📱 DIGITAL FARM MANAGEMENT: Improve productivity through data-driven farming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🛒 DIGITAL MARKETPLACE: Eliminate middlemen, increase farmer income by 30-40%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💳 EMBEDDED FINANCE: Provide loans, savings, insurance to underserved farmers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🌤️ SMART ADVISORIES: Weather forecasts and agronomy advice reduce crop losses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DATA INFRASTRUCTURE: Real-time agricultural data for government planning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👨‍🌾 YOUTH ENGAGEMENT: Modern, tech-enabled farming attracts young people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Economic Impact &amp; Job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💼 DIRECT EMPLOYMENT: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2,000+ tech jobs (developers, data scientists)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5,000+ field agents and trainers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3,000+ customer support roles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👥 INDIRECT EMPLOYMENT: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100,000+ input dealers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50,000+ logistics providers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200,000+ service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💰 GDP CONTRIBUTION: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₦50B+ by Year 5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0.5% increase in agriculture GDP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📈 TAX REVENUE: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₦5B+ annual tax contribution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VAT, corporate tax, PAYE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🌾 FARMER INCOME: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30-40% increase per farmer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₦500B+ additional income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Strengthening National Food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PRODUCTION INCREASE: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25% yield improvement through precision farming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Additional 5 million metric tons of food annually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🗄️ REDUCE WASTE: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30% reduction in post-harvest losses through better market linkages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Save ₦1 trillion worth of crops annually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📈 SUPPLY CHAIN EFFICIENCY: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Real-time market data stabilizes food prices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Faster movement of produce from farm to market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STRATEGIC CROP FOCUS: Cocoa, cassava, rice, maize, yam - critical staples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Driving Rural Development &amp; Inclusion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🌍 RURAL INFRASTRUCTURE: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Digital connectivity driving last-mile internet adoption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Logistics networks improving rural access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💰 FINANCIAL INCLUSION: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Banking the unbanked: 2M+ farmers with digital wallets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₦50B+ in agricultural credit disbursed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📚 KNOWLEDGE TRANSFER: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500,000+ farmers trained in modern techniques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Technology democratizing expert knowledge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⚖️ GENDER EQUITY: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40% of users are women farmers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Equal access to credit and market opportunities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Alignment with National Development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🇳🇬 NATIONAL DEVELOPMENT PLAN 2021-2025: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✅ Economic diversification beyond oil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✅ Digital economy transformation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✅ Food security and self-sufficiency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🌾 AGRICULTURAL TRANSFORMATION AGENDA: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✅ Value chain development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✅ Youth employment in agriculture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✅ Technology adoption and innovation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💼 EASE OF DOING BUSINESS: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✅ Digital platforms reducing bureaucracy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✅ Transparent marketplace transactions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Contributing to Sustainable Development Goals (SDGs)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SDG 1 - NO POVERTY: Increase farmer incomes by 30-40%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SDG 2 - ZERO HUNGER: Improve food production and reduce waste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SDG 5 - GENDER EQUALITY: Equal access for women farmers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SDG 8 - DECENT WORK: Create 500,000+ quality jobs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SDG 9 - INDUSTRY &amp; INNOVATION: Digital infrastructure and innovation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SDG 10 - REDUCED INEQUALITY: Bridge rural-urban digital divide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SDG 13 - CLIMATE ACTION: Climate-smart agriculture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Regulatory Compliance &amp; Data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✅ DATA PROTECTION: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NITDA compliance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Secure farmer data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Privacy by design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✅ FINANCIAL REGULATION: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CBN fintech guidelines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Know-Your-Customer (KYC)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Anti-money laundering (AML)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✅ AGRICULTURAL STANDARDS: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Quality assurance protocols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Traceability systems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✅ TAX COMPLIANCE: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Full VAT remittance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Corporate tax filing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Transparent reporting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✅ CONSUMER PROTECTION: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Dispute resolution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Fair trading practices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Agricultural Data Infrastructure for Government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REAL-TIME INSIGHTS: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Crop production data by region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Market prices and trends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Farmer demographics and needs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POLICY SUPPORT: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Evidence-based agricultural policies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Early warning systems for food shortages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Subsidy targeting and verification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📈 PLANNING &amp; FORECASTING: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Planting season analytics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Harvest predictions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Input demand forecasting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🔒 Data shared in anonymized, aggregated form respecting farmer privacy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Partnership Opportunities with Government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🤝 FARMER REGISTRATION &amp; VERIFICATION: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Digital farmer database for government programs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Biometric verification and KYC services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💰 SUBSIDY DISTRIBUTION: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Digital distribution of input subsidies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Transparent, fraud-resistant system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📚 EXTENSION SERVICES: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Platform for government agricultural extension workers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Scale expert advice to millions of farmers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DATA COLLABORATION: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Share agricultural insights with Ministry of Agriculture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Support evidence-based policy making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5-Year Implementation &amp; Impact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YEAR 1: Pilot &amp; Foundation (2025)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50,000 farmers | 5,000 jobs | ₦2B GDP impact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YEAR 2: Regional Expansion (2026)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250,000 farmers | 50,000 jobs | ₦10B GDP impact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YEAR 3: National Scale (2027)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750,000 farmers | 150,000 jobs | ₦25B GDP impact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YEAR 4-5: Consolidation &amp; West Africa (2028-2029)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2,000,000 farmers | 500,000 jobs | ₦50B GDP impact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All milestones tied to measurable economic and social impact KPIs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Request for Government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🤝 REGULATORY SUPPORT: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Fast-track fintech and digital platform licensing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Regulatory sandbox for innovation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💰 FINANCIAL SUPPORT: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Access to CBN intervention funds for agricultural lending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Tax incentives for agtech startups (Pioneer Status)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DATA ACCESS: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Access to government agricultural datasets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Collaboration with research institutions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📢 AWARENESS &amp; ADOPTION: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Government endorsement and farmer education campaigns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Integration with extension services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Impact Measurement &amp; Reporting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QUARTERLY REPORTING TO GOVERNMENT: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Number of farmers reached and active users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Job creation (direct and indirect)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Agricultural credit disbursed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Farmer income changes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Food production increases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KEY PERFORMANCE INDICATORS: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GDP contribution | Tax revenue | Employment created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Farmer income improvement | Post-harvest loss reduction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🔍 INDEPENDENT EVALUATION: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Third-party impact assessments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Compliance audits and reporting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Partnering for Nigeria's</a:t>
            </a:r>
          </a:p>
          <a:p>
            <a:r>
              <a:t>Agricultural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AgroConnect360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📧 government@agroconnect360.ng | 📱 +234-XXX-XXXX-XXX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🌐 www.agroconnect360.ng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